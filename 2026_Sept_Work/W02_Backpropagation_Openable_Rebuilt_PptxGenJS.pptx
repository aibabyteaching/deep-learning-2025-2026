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Made Simple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One shared network · two output heads: regression and classification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920240" cy="585216"/>
          </a:xfrm>
          <a:prstGeom prst="rect">
            <a:avLst/>
          </a:prstGeom>
          <a:solidFill>
            <a:srgbClr val="EAF4FF"/>
          </a:solidFill>
          <a:ln w="12700">
            <a:solidFill>
              <a:srgbClr val="A7C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97480" y="16002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B7A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063240" y="1417320"/>
            <a:ext cx="1600200" cy="585216"/>
          </a:xfrm>
          <a:prstGeom prst="rect">
            <a:avLst/>
          </a:prstGeom>
          <a:solidFill>
            <a:srgbClr val="FFF4D6"/>
          </a:solidFill>
          <a:ln w="12700">
            <a:solidFill>
              <a:srgbClr val="E0A72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6002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B7A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1417320"/>
            <a:ext cx="1920240" cy="585216"/>
          </a:xfrm>
          <a:prstGeom prst="rect">
            <a:avLst/>
          </a:prstGeom>
          <a:solidFill>
            <a:srgbClr val="FDECEC"/>
          </a:solidFill>
          <a:ln w="12700">
            <a:solidFill>
              <a:srgbClr val="D94A4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16002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B7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0" y="1417320"/>
            <a:ext cx="2057400" cy="585216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46920" y="16002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B7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12680" y="1417320"/>
            <a:ext cx="1600200" cy="585216"/>
          </a:xfrm>
          <a:prstGeom prst="rect">
            <a:avLst/>
          </a:prstGeom>
          <a:solidFill>
            <a:srgbClr val="F2ECFF"/>
          </a:solidFill>
          <a:ln w="12700">
            <a:solidFill>
              <a:srgbClr val="7A58C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512064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ED7E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tells every weight how much it contributed to the error.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2514600"/>
            <a:ext cx="5120640" cy="141732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changes?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output activation/loss changes. The hidden-layer chain rule stays the same.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65960" y="4617720"/>
            <a:ext cx="8229600" cy="658368"/>
          </a:xfrm>
          <a:prstGeom prst="rect">
            <a:avLst/>
          </a:prstGeom>
          <a:solidFill>
            <a:srgbClr val="F3F8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same hidden layer → different output delta 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tiny network used for both examples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The hidden layer is shared. Regression and classification differ at the output head.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2139696"/>
            <a:ext cx="1234440" cy="914400"/>
          </a:xfrm>
          <a:prstGeom prst="rect">
            <a:avLst/>
          </a:prstGeom>
          <a:solidFill>
            <a:srgbClr val="EAF4FF"/>
          </a:solidFill>
          <a:ln w="12700">
            <a:solidFill>
              <a:srgbClr val="A7C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= 0.05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 = 0.10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011680" y="24688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B7A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87168" y="1874520"/>
            <a:ext cx="1554480" cy="1463040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= σ(zₕ₁)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= σ(zₕ₂)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60520" y="24688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B7A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36592" y="1280160"/>
            <a:ext cx="2057400" cy="1078992"/>
          </a:xfrm>
          <a:prstGeom prst="rect">
            <a:avLst/>
          </a:prstGeom>
          <a:solidFill>
            <a:srgbClr val="FFF4D6"/>
          </a:solidFill>
          <a:ln w="12700">
            <a:solidFill>
              <a:srgbClr val="E0A72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head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σ(zₒ)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MSE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36592" y="2788920"/>
            <a:ext cx="2057400" cy="1078992"/>
          </a:xfrm>
          <a:prstGeom prst="rect">
            <a:avLst/>
          </a:prstGeom>
          <a:solidFill>
            <a:srgbClr val="F2ECFF"/>
          </a:solidFill>
          <a:ln w="12700">
            <a:solidFill>
              <a:srgbClr val="7A58C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softmax(z)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60920" y="1143000"/>
            <a:ext cx="402336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CED7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input → hidden parameters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w₁=0.15, w₂=0.20, w₃=0.25, w₄=0.30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b₁=b₂=0.35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2788920"/>
            <a:ext cx="4023360" cy="1325880"/>
          </a:xfrm>
          <a:prstGeom prst="rect">
            <a:avLst/>
          </a:prstGeom>
          <a:solidFill>
            <a:srgbClr val="F8F4FF"/>
          </a:solidFill>
          <a:ln w="12700">
            <a:solidFill>
              <a:srgbClr val="7A58C2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parameters are head-specific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w₅=0.40, w₆=0.45, b₃=0.60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one output neuron per class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5074920"/>
            <a:ext cx="9418320" cy="594360"/>
          </a:xfrm>
          <a:prstGeom prst="rect">
            <a:avLst/>
          </a:prstGeom>
          <a:solidFill>
            <a:srgbClr val="F4F8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Backprop asks: which weights should move, and by how much?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Forward pass through the hidden layer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These hidden values are reused by both regression and classification.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347472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1612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Compute weighted sums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5303520" cy="530352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zₕ₁ = 0.15(0.05) + 0.20(0.10) + 0.35 = 0.378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5303520" cy="530352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zₕ₂ = 0.25(0.05) + 0.30(0.10) + 0.35 = 0.393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1143000"/>
            <a:ext cx="347472" cy="347472"/>
          </a:xfrm>
          <a:prstGeom prst="rect">
            <a:avLst/>
          </a:prstGeom>
          <a:solidFill>
            <a:srgbClr val="4EAD6D"/>
          </a:solidFill>
          <a:ln>
            <a:solidFill>
              <a:srgbClr val="4EAD6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11612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Apply sigmoid activation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1691640"/>
            <a:ext cx="4389120" cy="530352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σ(z) = 1 / (1 + e⁻ᶻ)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331720"/>
            <a:ext cx="4389120" cy="530352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h₁ = σ(0.378) = 0.593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971800"/>
            <a:ext cx="4389120" cy="530352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h₂ = σ(0.393) = 0.597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4160520"/>
            <a:ext cx="85039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CED7E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layer transforms raw inputs into two learned features: h₁ and h₂.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 — Regression forward pass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Predict one continuous value using one sigmoid output and mean-squared error.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115568"/>
            <a:ext cx="1417320" cy="786384"/>
          </a:xfrm>
          <a:prstGeom prst="rect">
            <a:avLst/>
          </a:prstGeom>
          <a:solidFill>
            <a:srgbClr val="FFF4D6"/>
          </a:solidFill>
          <a:ln w="12700">
            <a:solidFill>
              <a:srgbClr val="E0A72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0.50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514600" y="1143000"/>
            <a:ext cx="8092440" cy="54864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zₒ = 0.40(0.593) + 0.45(0.597) + 0.60 = 1.106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14600" y="1874520"/>
            <a:ext cx="370332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σ(1.106) = 0.751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514600" y="2743200"/>
            <a:ext cx="8092440" cy="566928"/>
          </a:xfrm>
          <a:prstGeom prst="rect">
            <a:avLst/>
          </a:prstGeom>
          <a:solidFill>
            <a:srgbClr val="FFF4D6"/>
          </a:solidFill>
          <a:ln w="12700">
            <a:solidFill>
              <a:srgbClr val="E0A7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 = ½(ŷ − t)² = ½(0.751 − 0.50)² = 0.032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4023360"/>
            <a:ext cx="982980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CED7E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meaning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predicted 0.751 but the desired value is 0.50. The loss measures this numeric error.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backpropagation — output delta first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For sigmoid + MSE, the output delta includes the sigmoid slope.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49834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D9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δₒ = ∂E/∂zₒ = (ŷ − t) · ŷ(1 − ŷ)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98348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D9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δₒ = (0.751 − 0.50) · 0.751(0.249) = 0.047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051560"/>
            <a:ext cx="4480560" cy="41148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Output-layer gradients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72200" y="1645920"/>
            <a:ext cx="498348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∂E/∂w₅ = δₒh₁ = 0.047(0.593) = 0.028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2286000"/>
            <a:ext cx="498348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∂E/∂w₆ = δₒh₂ = 0.047(0.597) = 0.028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2926080"/>
            <a:ext cx="498348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∂E/∂b₃ = δₒ = 0.047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4315968"/>
            <a:ext cx="8138160" cy="685800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= neuron delta × local input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backpropagation — hidden layer and update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The error is pushed backward through the hidden connections.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051560"/>
            <a:ext cx="544068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∂E/∂h₁ = δₒw₅ = 0.047(0.40) = 0.019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544068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∂E/∂h₂ = δₒw₆ = 0.047(0.45) = 0.021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423160"/>
            <a:ext cx="5440680" cy="502920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δₕ₁ = 0.019 · h₁(1−h₁) = 0.005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3017520"/>
            <a:ext cx="5440680" cy="502920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δₕ₂ = 0.021 · h₂(1−h₂) = 0.005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024128"/>
            <a:ext cx="4434840" cy="512064"/>
          </a:xfrm>
          <a:prstGeom prst="rect">
            <a:avLst/>
          </a:prstGeom>
          <a:solidFill>
            <a:srgbClr val="F2ECFF"/>
          </a:solidFill>
          <a:ln w="12700">
            <a:solidFill>
              <a:srgbClr val="7A58C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update: θ′ = θ − η∂E/∂θ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1783080"/>
            <a:ext cx="461772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w₅′ = 0.40 − 0.50(0.028) = 0.386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377440"/>
            <a:ext cx="461772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w₆′ = 0.45 − 0.50(0.028) = 0.436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971800"/>
            <a:ext cx="4617720" cy="50292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b₃′ = 0.60 − 0.50(0.047) = 0.577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63240" y="4617720"/>
            <a:ext cx="5852160" cy="603504"/>
          </a:xfrm>
          <a:prstGeom prst="rect">
            <a:avLst/>
          </a:prstGeom>
          <a:solidFill>
            <a:srgbClr val="FFF4D6"/>
          </a:solidFill>
          <a:ln w="12700">
            <a:solidFill>
              <a:srgbClr val="E0A7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Loss decreases: 0.032 → 0.030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 — Classification forward pass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Same hidden values. The output layer now represents class probabilities.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874520" cy="1005840"/>
          </a:xfrm>
          <a:prstGeom prst="rect">
            <a:avLst/>
          </a:prstGeom>
          <a:solidFill>
            <a:srgbClr val="F2ECFF"/>
          </a:solidFill>
          <a:ln w="12700">
            <a:solidFill>
              <a:srgbClr val="7A58C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class 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[1, 0]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44368" y="1051560"/>
            <a:ext cx="7726680" cy="530352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z₀ = 1.106      z₁ = 0.825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44368" y="1874520"/>
            <a:ext cx="7726680" cy="530352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pₖ = exp(zₖ) / Σ exp(zⱼ)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944368" y="2697480"/>
            <a:ext cx="7726680" cy="530352"/>
          </a:xfrm>
          <a:prstGeom prst="rect">
            <a:avLst/>
          </a:prstGeom>
          <a:solidFill>
            <a:srgbClr val="FFF4D6"/>
          </a:solidFill>
          <a:ln w="12700">
            <a:solidFill>
              <a:srgbClr val="E0A7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[0.570, 0.430]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944368" y="3520440"/>
            <a:ext cx="7726680" cy="530352"/>
          </a:xfrm>
          <a:prstGeom prst="rect">
            <a:avLst/>
          </a:prstGeom>
          <a:solidFill>
            <a:srgbClr val="FDECEC"/>
          </a:solidFill>
          <a:ln w="12700">
            <a:solidFill>
              <a:srgbClr val="D9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CE loss = −log(p₀) = −log(0.570) = 0.562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617720"/>
            <a:ext cx="987552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CED7E0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meaning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assigns 57.0% probability to the correct class and 43.0% to the other class.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backpropagation — output delta becomes simpler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For Softmax + cross-entropy, the output delta is probability minus target.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4846320" cy="566928"/>
          </a:xfrm>
          <a:prstGeom prst="rect">
            <a:avLst/>
          </a:prstGeom>
          <a:solidFill>
            <a:srgbClr val="FDECEC"/>
          </a:solidFill>
          <a:ln w="12700">
            <a:solidFill>
              <a:srgbClr val="D9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δₖ = ∂E/∂zₖ = pₖ − tₖ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4846320" cy="566928"/>
          </a:xfrm>
          <a:prstGeom prst="rect">
            <a:avLst/>
          </a:prstGeom>
          <a:solidFill>
            <a:srgbClr val="FDECEC"/>
          </a:solidFill>
          <a:ln w="12700">
            <a:solidFill>
              <a:srgbClr val="D9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 = [0.570, 0.430] − [1, 0] = [−0.430, 0.430]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126480" y="1005840"/>
            <a:ext cx="4572000" cy="41148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gradients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89320" y="1600200"/>
            <a:ext cx="4800600" cy="484632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class 0: ∂E/∂w₅⁽⁰⁾ = δ₀h₁ = −0.255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89320" y="2176272"/>
            <a:ext cx="4800600" cy="484632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class 1: ∂E/∂w₅⁽¹⁾ = δ₁h₁ = 0.255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89320" y="2752344"/>
            <a:ext cx="4800600" cy="484632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bias gradients: ∂E/∂b⁽⁰⁾ = −0.430, ∂E/∂b⁽¹⁾ = 0.430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1014984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Hidden receives the sum from both outputs:  ∂E/∂h₁ = δ₀w₅⁽⁰⁾ + δ₁w₅⁽¹⁾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5074920"/>
            <a:ext cx="75895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CED7E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output delta changed. The chain rule pattern did not.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vs classification: what changes?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The hidden-layer machinery stays the same; the output head defines the task.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5074920" cy="50292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72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55080" y="1051560"/>
            <a:ext cx="5074920" cy="502920"/>
          </a:xfrm>
          <a:prstGeom prst="rect">
            <a:avLst/>
          </a:prstGeom>
          <a:solidFill>
            <a:srgbClr val="F2ECFF"/>
          </a:solidFill>
          <a:ln w="12700">
            <a:solidFill>
              <a:srgbClr val="7A58C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074920" cy="1828800"/>
          </a:xfrm>
          <a:prstGeom prst="rect">
            <a:avLst/>
          </a:prstGeom>
          <a:solidFill>
            <a:srgbClr val="FFF9E9"/>
          </a:solidFill>
          <a:ln w="12700">
            <a:solidFill>
              <a:srgbClr val="E0A72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one value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sigmoid or identity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MSE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example: (ŷ − t)ŷ(1 − ŷ)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1783080"/>
            <a:ext cx="5074920" cy="1828800"/>
          </a:xfrm>
          <a:prstGeom prst="rect">
            <a:avLst/>
          </a:prstGeom>
          <a:solidFill>
            <a:srgbClr val="F7F2FF"/>
          </a:solidFill>
          <a:ln w="12700">
            <a:solidFill>
              <a:srgbClr val="7A58C2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one neuron per class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Softmax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cross-entropy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example: pₖ − tₖ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4343400"/>
            <a:ext cx="9692640" cy="603504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Same hidden rule: hidden delta = upstream contribution × local activation slope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as code structure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The implementation is just a clean order of calculations.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417320" cy="822960"/>
          </a:xfrm>
          <a:prstGeom prst="rect">
            <a:avLst/>
          </a:prstGeom>
          <a:solidFill>
            <a:srgbClr val="EAF4FF"/>
          </a:solidFill>
          <a:ln w="12700">
            <a:solidFill>
              <a:srgbClr val="A7C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194560" y="16916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B7A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88920" y="1417320"/>
            <a:ext cx="1417320" cy="82296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72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B7A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92040" y="1417320"/>
            <a:ext cx="1417320" cy="822960"/>
          </a:xfrm>
          <a:prstGeom prst="rect">
            <a:avLst/>
          </a:prstGeom>
          <a:solidFill>
            <a:srgbClr val="FDECEC"/>
          </a:solidFill>
          <a:ln w="12700">
            <a:solidFill>
              <a:srgbClr val="D94A4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B7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95160" y="1417320"/>
            <a:ext cx="1417320" cy="822960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δ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03920" y="16916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6B7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98280" y="1417320"/>
            <a:ext cx="1417320" cy="822960"/>
          </a:xfrm>
          <a:prstGeom prst="rect">
            <a:avLst/>
          </a:prstGeom>
          <a:solidFill>
            <a:srgbClr val="F2ECFF"/>
          </a:solidFill>
          <a:ln w="12700">
            <a:solidFill>
              <a:srgbClr val="7A58C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51560" y="2852928"/>
            <a:ext cx="10058400" cy="1874520"/>
          </a:xfrm>
          <a:prstGeom prst="rect">
            <a:avLst/>
          </a:prstGeom>
          <a:solidFill>
            <a:srgbClr val="F5F7FA"/>
          </a:solidFill>
          <a:ln w="12700">
            <a:solidFill>
              <a:srgbClr val="CED7E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compute z and activations layer by layer.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compare prediction with target.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δ: depends on activation/loss choice.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δ: multiply upstream signal by local slope.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move parameters opposite the gradient.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5257800"/>
            <a:ext cx="5760720" cy="512064"/>
          </a:xfrm>
          <a:prstGeom prst="rect">
            <a:avLst/>
          </a:prstGeom>
          <a:solidFill>
            <a:srgbClr val="F3F8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Gradient = delta × local input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prevent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Most backprop errors come from mixing local quantities with upstream quantities.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5212080" cy="1097280"/>
          </a:xfrm>
          <a:prstGeom prst="rect">
            <a:avLst/>
          </a:prstGeom>
          <a:solidFill>
            <a:srgbClr val="FDECEC"/>
          </a:solidFill>
          <a:ln w="12700">
            <a:solidFill>
              <a:srgbClr val="D94A4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Rounding too early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gradients can disappear visually. Compute with full precision; round only for display.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63640" y="1143000"/>
            <a:ext cx="5212080" cy="109728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72E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Using the wrong local input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weight, the gradient uses the input feeding that weight.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5212080" cy="1097280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Forgetting activation slope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sigmoid units need h(1−h) during backprop.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2743200"/>
            <a:ext cx="5212080" cy="1097280"/>
          </a:xfrm>
          <a:prstGeom prst="rect">
            <a:avLst/>
          </a:prstGeom>
          <a:solidFill>
            <a:srgbClr val="F2ECFF"/>
          </a:solidFill>
          <a:ln w="12700">
            <a:solidFill>
              <a:srgbClr val="7A58C2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Treating every output loss the same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binary CE, and Softmax CE have different output deltas.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4709160"/>
            <a:ext cx="8961120" cy="594360"/>
          </a:xfrm>
          <a:prstGeom prst="rect">
            <a:avLst/>
          </a:prstGeom>
          <a:solidFill>
            <a:srgbClr val="EAF4FF"/>
          </a:solidFill>
          <a:ln w="12700">
            <a:solidFill>
              <a:srgbClr val="B8D9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Always ask: what is the local input, and what is the current delta?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cheat sheet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One page to explain the whole lesson.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3520440" cy="457200"/>
          </a:xfrm>
          <a:prstGeom prst="rect">
            <a:avLst/>
          </a:prstGeom>
          <a:solidFill>
            <a:srgbClr val="EAF4FF"/>
          </a:solidFill>
          <a:ln w="12700">
            <a:solidFill>
              <a:srgbClr val="A7C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47088"/>
            <a:ext cx="3520440" cy="1417320"/>
          </a:xfrm>
          <a:prstGeom prst="rect">
            <a:avLst/>
          </a:prstGeom>
          <a:solidFill>
            <a:srgbClr val="F8FBFF"/>
          </a:solidFill>
          <a:ln w="12700">
            <a:solidFill>
              <a:srgbClr val="A7CF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weighted sums z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Apply activation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Produce prediction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loss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34840" y="1234440"/>
            <a:ext cx="352044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D94A4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34840" y="1847088"/>
            <a:ext cx="3520440" cy="1417320"/>
          </a:xfrm>
          <a:prstGeom prst="rect">
            <a:avLst/>
          </a:prstGeom>
          <a:solidFill>
            <a:srgbClr val="FFF7F7"/>
          </a:solidFill>
          <a:ln w="12700">
            <a:solidFill>
              <a:srgbClr val="D94A4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output delta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Send signal backward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Multiply by local slopes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Form gradients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83880" y="1234440"/>
            <a:ext cx="3291840" cy="457200"/>
          </a:xfrm>
          <a:prstGeom prst="rect">
            <a:avLst/>
          </a:prstGeom>
          <a:solidFill>
            <a:srgbClr val="EAF7EF"/>
          </a:solidFill>
          <a:ln w="12700">
            <a:solidFill>
              <a:srgbClr val="4EAD6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83880" y="1847088"/>
            <a:ext cx="3291840" cy="1417320"/>
          </a:xfrm>
          <a:prstGeom prst="rect">
            <a:avLst/>
          </a:prstGeom>
          <a:solidFill>
            <a:srgbClr val="F5FFF7"/>
          </a:solidFill>
          <a:ln w="12700">
            <a:solidFill>
              <a:srgbClr val="4EAD6D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θ′ = θ − η∂E/∂θ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every parameter in the direction that reduces loss.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4251960"/>
            <a:ext cx="9875520" cy="731520"/>
          </a:xfrm>
          <a:prstGeom prst="rect">
            <a:avLst/>
          </a:prstGeom>
          <a:solidFill>
            <a:srgbClr val="FFF4D6"/>
          </a:solidFill>
          <a:ln w="12700">
            <a:solidFill>
              <a:srgbClr val="E0A7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Backpropagation is structured credit assignment: every weight receives responsibility for the error.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43000" y="5349240"/>
            <a:ext cx="9875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output delta: (ŷ − t)ŷ(1 − ŷ)     |     Softmax + CE output delta: p − 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5"/>
                </a:solidFill>
              </a:rPr>
              <a:t>Backpropagation · simplified regression and classification examples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Backpropagation: Regression and Classification</dc:title>
  <dc:subject>Backpropagation simplified examples</dc:subject>
  <dc:creator>OpenAI</dc:creator>
  <cp:lastModifiedBy>OpenAI</cp:lastModifiedBy>
  <cp:revision>1</cp:revision>
  <dcterms:created xsi:type="dcterms:W3CDTF">2026-09-27T07:02:10Z</dcterms:created>
  <dcterms:modified xsi:type="dcterms:W3CDTF">2026-09-27T07:02:10Z</dcterms:modified>
</cp:coreProperties>
</file>